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開場：不先下定義，直接問「風看得見嗎」，從生活經驗出發。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【引起動機】請學生閉上眼睛，用手、用耳朵、用皮膚感覺有沒有風，再分享。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三節課的脈絡：先感受、再探究特性、最後應用。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記法：風向是風「從哪裡來」，跟旗子飄的方向剛好相反。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播放動畫（約 18 秒，靜音）。邊播邊問：「紙條為什麼越晃越大？」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實作課：先示範，再讓學生分組動手。紀錄至少三個地點。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轉場：把「看不見的空氣」變成「摸得到、看得到的證據」。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迷思翻轉：學生常以為「看不見＝不存在」，用排水法讓氣泡看得到。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對比實驗：同一個針筒，先裝空氣、再裝水，比較差異。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轉場：進入應用，用紙飛機、氣球車把「風力」變成看得見的結果。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播放動畫（約 18 秒，靜音）。問：「為什麼只改角度？如果每架都不一樣，比得出來嗎？」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反作用力的初步體驗，不深究名詞，重點在「空氣噴出→車前進」的因果。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連結生活：這些都是「流動的空氣有力量」的應用。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請學生不看螢幕，把這句話說一次，並舉一個生活中的例子。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5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B8E8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翰林版・三年級上學期 自然科學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AF7F0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風與空氣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AF7F0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第 3 單元｜3 節課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BB8E8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風是流動的空氣：看不見、卻佔空間、有力量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問題引入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風看得見嗎？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你怎麼知道「現在有風」？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3F0F6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63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🍃 落葉被吹走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看得到東西在動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29260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3F0F6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063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🌬️ 旗子、風鈴在動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9224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看得到方向與快慢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3F0F6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17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👂 耳邊有呼呼聲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聽得到風的聲音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44805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3F0F6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617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🌡 皮膚涼涼的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92240" y="5166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身體感覺得到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課程地圖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三節課，一步步認識風與空氣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3F0F6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3-1 風在哪裡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風向與風力：觀察、自製風向計、紀錄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3F0F6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377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3-2 空氣躲在哪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26280" y="3063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空氣佔有空間、可被壓縮、流動成風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3F0F6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377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3-3 把風玩起來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75320" y="3063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紙飛機、氣球車、生活應用與測驗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動手做 → 找規律 → 用出來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迷思澄清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風向：吹來？還是吹往？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BEFED"/>
          </a:solidFill>
          <a:ln w="25400">
            <a:solidFill>
              <a:srgbClr val="B448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483C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❌ 常見誤解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風向是風「吹往」的方向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3F0F6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✅ 正確理解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7889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風向是風「吹來」的方向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例：旗子飄向南方 → 風從北方來，叫做「北風」。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流程・動畫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流動成風：流動快慢決定風力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93776" y="1773936"/>
            <a:ext cx="7424928" cy="4224528"/>
          </a:xfrm>
          <a:prstGeom prst="rect">
            <a:avLst/>
          </a:prstGeom>
          <a:solidFill>
            <a:srgbClr val="35544A"/>
          </a:solidFill>
          <a:ln w="12700">
            <a:solidFill>
              <a:srgbClr val="35544A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828800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53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▶ 點一下播放（靜音動畫，老師邊播邊講）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2011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① 無風：紙條不動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0" y="3154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② 微風：紙條輕輕晃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0" y="4297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③ 強風：紙條大幅搖擺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0" y="5669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流動越快 → 風力越強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流程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做一個風力風向計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" y="33832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紙杯當底座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插一根圖釘當轉軸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377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74720" y="21945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286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17520" y="33832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吸管上固定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紙箭頭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0" y="21945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86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43600" y="33832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貼上方位卡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東南西北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52360" y="2377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26880" y="21945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2286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869680" y="33832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到操場觀測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記錄風向風力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風向＝風吹來的方向；風力分無風、微風、強風。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過渡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0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3-2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47472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空氣躲在哪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474720" y="3474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空氣看不見，怎麼證明它存在？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案例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空氣佔有空間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0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905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🥛 倒扣杯子，壓入水中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杯裡貼乾面紙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杯子倒扣壓進水裡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→ 面紙還是乾的！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09360" y="22860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杯子裡有空氣，佔住空間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水進不去。傾斜杯子讓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空氣跑掉，水才會進去。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09360" y="4572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 看不見的空氣，其實佔有空間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案例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空氣可被壓縮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0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905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💉 針筒實驗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針筒封口，推活塞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→ 可以推進、會回彈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（空氣被壓縮）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09360" y="228600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換成裝水再推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→ 推不動（水不易壓縮）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空氣 vs 水，特性不一樣。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09360" y="4572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 空氣可以被壓縮、會回彈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過渡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0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3-3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347472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把風玩起來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474720" y="3474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流動的空氣有力量，用玩具來證明。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流程・動畫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紙飛機變因實驗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93776" y="1773936"/>
            <a:ext cx="7424928" cy="4224528"/>
          </a:xfrm>
          <a:prstGeom prst="rect">
            <a:avLst/>
          </a:prstGeom>
          <a:solidFill>
            <a:srgbClr val="35544A"/>
          </a:solidFill>
          <a:ln w="12700">
            <a:solidFill>
              <a:srgbClr val="35544A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828800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53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▶ 點一下播放（靜音動畫，老師邊播邊講）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2011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同一張紙、同一個人丟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0" y="32004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只改變機翼角度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0" y="43891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微翹角飛得最遠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0" y="5669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控制單一變因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案例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氣球車：空氣噴出來的力量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0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905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🎈 寶特瓶車＋氣球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氣球吹飽，放手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→ 空氣往後噴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→ 車子往前衝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09360" y="228600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空氣噴出的力量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推動車子前進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氣球越大顆，噴出的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空氣越多，跑越遠。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09360" y="4572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→ 流動的空氣有力量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分類・延伸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風的生活應用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3F0F6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🌬 風力發電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流動的空氣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轉動風車發電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3F0F6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🧺 晾衣服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46520" y="3063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風加速蒸發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衣服乾得快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3F0F6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480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🪁 放風箏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風往上推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風箏飛起來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3F0F6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480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AB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⛵ 帆船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51663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風吹帆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推船前進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55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5BB8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544A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總結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B8E8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帶走一句話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7F0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風是流動的空氣：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B8E8"/>
                </a:solidFill>
                <a:latin typeface="GenSekiGothic2 TW H" pitchFamily="34" charset="0"/>
                <a:ea typeface="GenSekiGothic2 TW H" pitchFamily="34" charset="-122"/>
                <a:cs typeface="GenSekiGothic2 TW H" pitchFamily="34" charset="-120"/>
              </a:rPr>
              <a:t>看不見、卻佔空間、有力量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7F0"/>
                </a:solidFill>
                <a:latin typeface="GenSekiGothic2 TW M" pitchFamily="34" charset="0"/>
                <a:ea typeface="GenSekiGothic2 TW M" pitchFamily="34" charset="-122"/>
                <a:cs typeface="GenSekiGothic2 TW M" pitchFamily="34" charset="-120"/>
              </a:rPr>
              <a:t>風向＝風吹來的方向　・　流動越快 → 風力越強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風與空氣：翰林三上自然 第3單元</dc:title>
  <dc:subject>PptxGenJS Presentation</dc:subject>
  <dc:creator>PptxGenJS</dc:creator>
  <cp:lastModifiedBy>PptxGenJS</cp:lastModifiedBy>
  <cp:revision>1</cp:revision>
  <dcterms:created xsi:type="dcterms:W3CDTF">2026-10-24T16:08:19Z</dcterms:created>
  <dcterms:modified xsi:type="dcterms:W3CDTF">2026-10-24T16:08:19Z</dcterms:modified>
</cp:coreProperties>
</file>